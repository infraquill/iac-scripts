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</a:t>
            </a:r>
          </a:p>
          <a:p>
            <a:r>
              <a:t>Today I’m going to show how Azure DevOps can streamline and automate the way we deploy and manage Azure resources.</a:t>
            </a:r>
          </a:p>
          <a:p>
            <a:r>
              <a:t>This session focuses on how DevOps brings consistency, control, and visibility to both infrastructure and application environments.</a:t>
            </a:r>
          </a:p>
          <a:p>
            <a:r>
              <a:t>By the end, you’ll see how DevOps can help us move away from manual deployments and toward a secure, repeatable, and governed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purpose of this initiative is to modernize how we deploy and manage Azure resources.</a:t>
            </a:r>
          </a:p>
          <a:p>
            <a:r>
              <a:t>Right now, deployments may be handled manually or through individual scripts. DevOps allows us to centralize and automate that process.</a:t>
            </a:r>
          </a:p>
          <a:p>
            <a:r>
              <a:t>Our main goals are consistency, improved governance, and stronger security. We also want to reduce human error and save time by automating the repetitive parts of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Azure DevOps is Microsoft’s end-to-end platform for managing work, source control, and automation.</a:t>
            </a:r>
          </a:p>
          <a:p>
            <a:r>
              <a:t>It includes Boards for tracking work, Repos for version control, Pipelines for automation, and Artifacts for sharing components.</a:t>
            </a:r>
          </a:p>
          <a:p>
            <a:r>
              <a:t>Because it integrates directly with Azure services like ARM, Bicep, and Key Vault, it’s ideal for both infrastructure teams and application developers working in the same ecosystem.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DevOps for Azure gives us automation from start to finish. </a:t>
            </a:r>
          </a:p>
          <a:p>
            <a:r>
              <a:t>Each deployment goes through the same controlled process with approvals and audit tracking. </a:t>
            </a:r>
          </a:p>
          <a:p>
            <a:r>
              <a:t>Secrets and credentials are stored securely in Azure Key Vault instead of within scripts or files. </a:t>
            </a:r>
          </a:p>
          <a:p>
            <a:r>
              <a:t>Every deployment is traceable back to the specific code and person who triggered it.</a:t>
            </a:r>
          </a:p>
          <a:p>
            <a:r>
              <a:t>The result is reliable, compliant, and repeatable deployments that scale easily.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Azure Repos stores our Resource-as-Code templates such as Bicep, ARM, or Terraform.</a:t>
            </a:r>
          </a:p>
          <a:p>
            <a:r>
              <a:t>It supports branch policies and pull requests to ensure all code is reviewed before deployment.</a:t>
            </a:r>
          </a:p>
          <a:p>
            <a:r>
              <a:t>Version control gives us a clear history of changes, allowing quick rollback if needed.</a:t>
            </a:r>
          </a:p>
          <a:p>
            <a:r>
              <a:t>This encourages collaboration, standardization, and accountability across all contributors.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Pipelines are the core of automation in DevOps.</a:t>
            </a:r>
          </a:p>
          <a:p>
            <a:r>
              <a:t>They take our code, validate it, and automatically deploy to Azure environments such as Dev, Test, or Production.</a:t>
            </a:r>
          </a:p>
          <a:p>
            <a:r>
              <a:t>YAML-based pipelines keep configuration as code, which means automation itself is versioned and reviewed like any other script.</a:t>
            </a:r>
          </a:p>
          <a:p>
            <a:r>
              <a:t>Approvals can be added at each stage so production changes are always verified and compliant.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Automation through DevOps pipelines drastically reduces the time needed for deployments.</a:t>
            </a:r>
          </a:p>
          <a:p>
            <a:r>
              <a:t>It removes manual errors by making every deployment follow the same tested steps.</a:t>
            </a:r>
          </a:p>
          <a:p>
            <a:r>
              <a:t>Pipeline templates can be reused across multiple environments and teams, promoting best practices.</a:t>
            </a:r>
          </a:p>
          <a:p>
            <a:r>
              <a:t>We also gain visibility through dashboards that show deployment success, duration, and history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built into DevOps rather than added later.</a:t>
            </a:r>
          </a:p>
          <a:p>
            <a:r>
              <a:t>Pipelines use managed identities or workload identity federation to authenticate to Azure — no stored passwords or shared accounts.</a:t>
            </a:r>
          </a:p>
          <a:p>
            <a:r>
              <a:t>Access is controlled with least-privilege RBAC roles.</a:t>
            </a:r>
          </a:p>
          <a:p>
            <a:r>
              <a:t>All secrets are securely stored and retrieved from Azure Key Vault during deployment.</a:t>
            </a:r>
          </a:p>
          <a:p>
            <a:r>
              <a:t>Every pipeline run is logged, giving us a full audit trail for compliance and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Azure DevOps includes built-in dashboards to show key metrics like deployment success rates, time to deploy, and failure trends.</a:t>
            </a:r>
          </a:p>
          <a:p>
            <a:r>
              <a:t>For broader visibility, this data can feed into Power BI for detailed reporting.</a:t>
            </a:r>
          </a:p>
          <a:p>
            <a:r>
              <a:t>Managers and teams can track activity across all projects, providing transparency and accountability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Let’s walk through an example workflow.</a:t>
            </a:r>
          </a:p>
          <a:p>
            <a:r>
              <a:t>A team member commits a change to the repository. That triggers a pipeline that validates the code and deploys resources such as an App Service, SQL Database, and Network.</a:t>
            </a:r>
          </a:p>
          <a:p>
            <a:r>
              <a:t>After testing, the deployment requires an approval before moving to production.</a:t>
            </a:r>
          </a:p>
          <a:p>
            <a:r>
              <a:t>If something fails, we can roll back quickly because every version is tracked and stored.</a:t>
            </a:r>
          </a:p>
          <a:p>
            <a:r>
              <a:t>Dashboards then show the results and duration for complete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Here’s the roadmap for implementing Azure DevOps.</a:t>
            </a:r>
          </a:p>
          <a:p>
            <a:r>
              <a:t>Phase 1 establishes the foundation — creating the DevOps project and repositories.</a:t>
            </a:r>
          </a:p>
          <a:p>
            <a:r>
              <a:t>Phase 2 introduces reusable pipeline templates to standardize deployments.</a:t>
            </a:r>
          </a:p>
          <a:p>
            <a:r>
              <a:t>Phase 3 adds governance with approvals and integrated security.</a:t>
            </a:r>
          </a:p>
          <a:p>
            <a:r>
              <a:t>Finally, Phase 4 expands automation across all Azure environments so the entire resource lifecycle is automated, visible, and secure.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DevOps &amp; Automation for Azure Environments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automation and governance for Azure resources.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Modernize Azure resource deployment and management</a:t>
            </a:r>
          </a:p>
          <a:p>
            <a:r>
              <a:t>Automate and standardize workflows</a:t>
            </a:r>
          </a:p>
          <a:p>
            <a:r>
              <a:t>Improve visibility, traceability, and governance</a:t>
            </a:r>
          </a:p>
          <a:p>
            <a:r>
              <a:t>Strengthen security and control</a:t>
            </a:r>
          </a:p>
          <a:p>
            <a:r>
              <a:t>Reduce manual effort and deployment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Azure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platform for plan → build → deploy</a:t>
            </a:r>
          </a:p>
          <a:p>
            <a:r>
              <a:t>Boards, Repos, Pipelines, Artifacts</a:t>
            </a:r>
          </a:p>
          <a:p>
            <a:r>
              <a:t>Deep Azure integration (Bicep, ARM, Key Vault)</a:t>
            </a:r>
          </a:p>
          <a:p>
            <a:r>
              <a:t>For infrastructure and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DevOps for Azure Deployments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automation across Azure</a:t>
            </a:r>
          </a:p>
          <a:p>
            <a:r>
              <a:t>Built-in governance and approvals</a:t>
            </a:r>
          </a:p>
          <a:p>
            <a:r>
              <a:t>Secure secret management</a:t>
            </a:r>
          </a:p>
          <a:p>
            <a:r>
              <a:t>Traceability from code to resource</a:t>
            </a:r>
          </a:p>
          <a:p>
            <a:r>
              <a:t>Consistent, repeatable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 and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Resource-as-Code templates</a:t>
            </a:r>
          </a:p>
          <a:p>
            <a:r>
              <a:t>Enforce branch and review policies</a:t>
            </a:r>
          </a:p>
          <a:p>
            <a:r>
              <a:t>Enable rollback and traceability</a:t>
            </a:r>
          </a:p>
          <a:p>
            <a:r>
              <a:t>Improve collaboration and standards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Pipelines (CI/CD for Azure)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 validation → testing → deployment</a:t>
            </a:r>
          </a:p>
          <a:p>
            <a:r>
              <a:t>Stage-based environments (Dev / Test / Prod)</a:t>
            </a:r>
          </a:p>
          <a:p>
            <a:r>
              <a:t>YAML pipelines as code</a:t>
            </a:r>
          </a:p>
          <a:p>
            <a:r>
              <a:t>Approvals and gated releases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Faster, reliable deployments</a:t>
            </a:r>
          </a:p>
          <a:p>
            <a:r>
              <a:t>Fewer manual errors</a:t>
            </a:r>
          </a:p>
          <a:p>
            <a:r>
              <a:t>Reusable pipeline templates</a:t>
            </a:r>
          </a:p>
          <a:p>
            <a:r>
              <a:t>Real-time visibility and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Managed identities and workload federation</a:t>
            </a:r>
          </a:p>
          <a:p>
            <a:r>
              <a:t>Least-privilege RBAC for pipelines</a:t>
            </a:r>
          </a:p>
          <a:p>
            <a:r>
              <a:t>Secrets in Key Vault</a:t>
            </a:r>
          </a:p>
          <a:p>
            <a:r>
              <a:t>Full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Reporting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Dashboards for deployments and metrics</a:t>
            </a:r>
          </a:p>
          <a:p>
            <a:r>
              <a:t>Power BI integration for trends</a:t>
            </a:r>
          </a:p>
          <a:p>
            <a:r>
              <a:t>Improved transparency and accountability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or 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App Service + SQL + Network</a:t>
            </a:r>
          </a:p>
          <a:p>
            <a:r>
              <a:t>Automated pipeline run and approval</a:t>
            </a:r>
          </a:p>
          <a:p>
            <a:r>
              <a:t>Rollback and dashboard 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/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Create DevOps project and repos</a:t>
            </a:r>
          </a:p>
          <a:p>
            <a:r>
              <a:t>Phase 2: Build pipeline templates</a:t>
            </a:r>
          </a:p>
          <a:p>
            <a:r>
              <a:t>Phase 3: Integrate approvals and security</a:t>
            </a:r>
          </a:p>
          <a:p>
            <a:r>
              <a:t>Phase 4: Expand to full environment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